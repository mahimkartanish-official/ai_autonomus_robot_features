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7659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230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7445" y="1122363"/>
            <a:ext cx="5751036" cy="2387600"/>
          </a:xfrm>
        </p:spPr>
        <p:txBody>
          <a:bodyPr anchor="b"/>
          <a:lstStyle>
            <a:lvl1pPr algn="ctr">
              <a:defRPr sz="44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741" y="3602038"/>
            <a:ext cx="5074444" cy="1655762"/>
          </a:xfrm>
        </p:spPr>
        <p:txBody>
          <a:bodyPr/>
          <a:lstStyle>
            <a:lvl1pPr marL="0" indent="0" algn="ctr">
              <a:buNone/>
              <a:defRPr sz="1776"/>
            </a:lvl1pPr>
            <a:lvl2pPr marL="338282" indent="0" algn="ctr">
              <a:buNone/>
              <a:defRPr sz="1480"/>
            </a:lvl2pPr>
            <a:lvl3pPr marL="676565" indent="0" algn="ctr">
              <a:buNone/>
              <a:defRPr sz="1332"/>
            </a:lvl3pPr>
            <a:lvl4pPr marL="1014847" indent="0" algn="ctr">
              <a:buNone/>
              <a:defRPr sz="1184"/>
            </a:lvl4pPr>
            <a:lvl5pPr marL="1353129" indent="0" algn="ctr">
              <a:buNone/>
              <a:defRPr sz="1184"/>
            </a:lvl5pPr>
            <a:lvl6pPr marL="1691411" indent="0" algn="ctr">
              <a:buNone/>
              <a:defRPr sz="1184"/>
            </a:lvl6pPr>
            <a:lvl7pPr marL="2029694" indent="0" algn="ctr">
              <a:buNone/>
              <a:defRPr sz="1184"/>
            </a:lvl7pPr>
            <a:lvl8pPr marL="2367976" indent="0" algn="ctr">
              <a:buNone/>
              <a:defRPr sz="1184"/>
            </a:lvl8pPr>
            <a:lvl9pPr marL="2706258" indent="0" algn="ctr">
              <a:buNone/>
              <a:defRPr sz="118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16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40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634" y="1709740"/>
            <a:ext cx="5835610" cy="2852737"/>
          </a:xfrm>
        </p:spPr>
        <p:txBody>
          <a:bodyPr anchor="b"/>
          <a:lstStyle>
            <a:lvl1pPr>
              <a:defRPr sz="44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634" y="4589465"/>
            <a:ext cx="5835610" cy="1500187"/>
          </a:xfrm>
        </p:spPr>
        <p:txBody>
          <a:bodyPr/>
          <a:lstStyle>
            <a:lvl1pPr marL="0" indent="0">
              <a:buNone/>
              <a:defRPr sz="1776">
                <a:solidFill>
                  <a:schemeClr val="tx1"/>
                </a:solidFill>
              </a:defRPr>
            </a:lvl1pPr>
            <a:lvl2pPr marL="338282" indent="0">
              <a:buNone/>
              <a:defRPr sz="1480">
                <a:solidFill>
                  <a:schemeClr val="tx1">
                    <a:tint val="75000"/>
                  </a:schemeClr>
                </a:solidFill>
              </a:defRPr>
            </a:lvl2pPr>
            <a:lvl3pPr marL="676565" indent="0">
              <a:buNone/>
              <a:defRPr sz="1332">
                <a:solidFill>
                  <a:schemeClr val="tx1">
                    <a:tint val="75000"/>
                  </a:schemeClr>
                </a:solidFill>
              </a:defRPr>
            </a:lvl3pPr>
            <a:lvl4pPr marL="1014847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4pPr>
            <a:lvl5pPr marL="1353129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5pPr>
            <a:lvl6pPr marL="1691411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6pPr>
            <a:lvl7pPr marL="2029694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7pPr>
            <a:lvl8pPr marL="2367976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8pPr>
            <a:lvl9pPr marL="2706258" indent="0">
              <a:buNone/>
              <a:defRPr sz="118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23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5157" y="1825625"/>
            <a:ext cx="287551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5250" y="1825625"/>
            <a:ext cx="2875518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69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365127"/>
            <a:ext cx="583561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039" y="1681163"/>
            <a:ext cx="2862303" cy="823912"/>
          </a:xfrm>
        </p:spPr>
        <p:txBody>
          <a:bodyPr anchor="b"/>
          <a:lstStyle>
            <a:lvl1pPr marL="0" indent="0">
              <a:buNone/>
              <a:defRPr sz="1776" b="1"/>
            </a:lvl1pPr>
            <a:lvl2pPr marL="338282" indent="0">
              <a:buNone/>
              <a:defRPr sz="1480" b="1"/>
            </a:lvl2pPr>
            <a:lvl3pPr marL="676565" indent="0">
              <a:buNone/>
              <a:defRPr sz="1332" b="1"/>
            </a:lvl3pPr>
            <a:lvl4pPr marL="1014847" indent="0">
              <a:buNone/>
              <a:defRPr sz="1184" b="1"/>
            </a:lvl4pPr>
            <a:lvl5pPr marL="1353129" indent="0">
              <a:buNone/>
              <a:defRPr sz="1184" b="1"/>
            </a:lvl5pPr>
            <a:lvl6pPr marL="1691411" indent="0">
              <a:buNone/>
              <a:defRPr sz="1184" b="1"/>
            </a:lvl6pPr>
            <a:lvl7pPr marL="2029694" indent="0">
              <a:buNone/>
              <a:defRPr sz="1184" b="1"/>
            </a:lvl7pPr>
            <a:lvl8pPr marL="2367976" indent="0">
              <a:buNone/>
              <a:defRPr sz="1184" b="1"/>
            </a:lvl8pPr>
            <a:lvl9pPr marL="2706258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39" y="2505075"/>
            <a:ext cx="286230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5250" y="1681163"/>
            <a:ext cx="2876399" cy="823912"/>
          </a:xfrm>
        </p:spPr>
        <p:txBody>
          <a:bodyPr anchor="b"/>
          <a:lstStyle>
            <a:lvl1pPr marL="0" indent="0">
              <a:buNone/>
              <a:defRPr sz="1776" b="1"/>
            </a:lvl1pPr>
            <a:lvl2pPr marL="338282" indent="0">
              <a:buNone/>
              <a:defRPr sz="1480" b="1"/>
            </a:lvl2pPr>
            <a:lvl3pPr marL="676565" indent="0">
              <a:buNone/>
              <a:defRPr sz="1332" b="1"/>
            </a:lvl3pPr>
            <a:lvl4pPr marL="1014847" indent="0">
              <a:buNone/>
              <a:defRPr sz="1184" b="1"/>
            </a:lvl4pPr>
            <a:lvl5pPr marL="1353129" indent="0">
              <a:buNone/>
              <a:defRPr sz="1184" b="1"/>
            </a:lvl5pPr>
            <a:lvl6pPr marL="1691411" indent="0">
              <a:buNone/>
              <a:defRPr sz="1184" b="1"/>
            </a:lvl6pPr>
            <a:lvl7pPr marL="2029694" indent="0">
              <a:buNone/>
              <a:defRPr sz="1184" b="1"/>
            </a:lvl7pPr>
            <a:lvl8pPr marL="2367976" indent="0">
              <a:buNone/>
              <a:defRPr sz="1184" b="1"/>
            </a:lvl8pPr>
            <a:lvl9pPr marL="2706258" indent="0">
              <a:buNone/>
              <a:defRPr sz="118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25250" y="2505075"/>
            <a:ext cx="28763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8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44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0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457200"/>
            <a:ext cx="2182187" cy="1600200"/>
          </a:xfrm>
        </p:spPr>
        <p:txBody>
          <a:bodyPr anchor="b"/>
          <a:lstStyle>
            <a:lvl1pPr>
              <a:defRPr sz="2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6399" y="987427"/>
            <a:ext cx="3425250" cy="4873625"/>
          </a:xfrm>
        </p:spPr>
        <p:txBody>
          <a:bodyPr/>
          <a:lstStyle>
            <a:lvl1pPr>
              <a:defRPr sz="2368"/>
            </a:lvl1pPr>
            <a:lvl2pPr>
              <a:defRPr sz="2072"/>
            </a:lvl2pPr>
            <a:lvl3pPr>
              <a:defRPr sz="1776"/>
            </a:lvl3pPr>
            <a:lvl4pPr>
              <a:defRPr sz="1480"/>
            </a:lvl4pPr>
            <a:lvl5pPr>
              <a:defRPr sz="1480"/>
            </a:lvl5pPr>
            <a:lvl6pPr>
              <a:defRPr sz="1480"/>
            </a:lvl6pPr>
            <a:lvl7pPr>
              <a:defRPr sz="1480"/>
            </a:lvl7pPr>
            <a:lvl8pPr>
              <a:defRPr sz="1480"/>
            </a:lvl8pPr>
            <a:lvl9pPr>
              <a:defRPr sz="14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039" y="2057400"/>
            <a:ext cx="2182187" cy="3811588"/>
          </a:xfrm>
        </p:spPr>
        <p:txBody>
          <a:bodyPr/>
          <a:lstStyle>
            <a:lvl1pPr marL="0" indent="0">
              <a:buNone/>
              <a:defRPr sz="1184"/>
            </a:lvl1pPr>
            <a:lvl2pPr marL="338282" indent="0">
              <a:buNone/>
              <a:defRPr sz="1036"/>
            </a:lvl2pPr>
            <a:lvl3pPr marL="676565" indent="0">
              <a:buNone/>
              <a:defRPr sz="888"/>
            </a:lvl3pPr>
            <a:lvl4pPr marL="1014847" indent="0">
              <a:buNone/>
              <a:defRPr sz="740"/>
            </a:lvl4pPr>
            <a:lvl5pPr marL="1353129" indent="0">
              <a:buNone/>
              <a:defRPr sz="740"/>
            </a:lvl5pPr>
            <a:lvl6pPr marL="1691411" indent="0">
              <a:buNone/>
              <a:defRPr sz="740"/>
            </a:lvl6pPr>
            <a:lvl7pPr marL="2029694" indent="0">
              <a:buNone/>
              <a:defRPr sz="740"/>
            </a:lvl7pPr>
            <a:lvl8pPr marL="2367976" indent="0">
              <a:buNone/>
              <a:defRPr sz="740"/>
            </a:lvl8pPr>
            <a:lvl9pPr marL="2706258" indent="0">
              <a:buNone/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4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039" y="457200"/>
            <a:ext cx="2182187" cy="1600200"/>
          </a:xfrm>
        </p:spPr>
        <p:txBody>
          <a:bodyPr anchor="b"/>
          <a:lstStyle>
            <a:lvl1pPr>
              <a:defRPr sz="23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76399" y="987427"/>
            <a:ext cx="3425250" cy="4873625"/>
          </a:xfrm>
        </p:spPr>
        <p:txBody>
          <a:bodyPr anchor="t"/>
          <a:lstStyle>
            <a:lvl1pPr marL="0" indent="0">
              <a:buNone/>
              <a:defRPr sz="2368"/>
            </a:lvl1pPr>
            <a:lvl2pPr marL="338282" indent="0">
              <a:buNone/>
              <a:defRPr sz="2072"/>
            </a:lvl2pPr>
            <a:lvl3pPr marL="676565" indent="0">
              <a:buNone/>
              <a:defRPr sz="1776"/>
            </a:lvl3pPr>
            <a:lvl4pPr marL="1014847" indent="0">
              <a:buNone/>
              <a:defRPr sz="1480"/>
            </a:lvl4pPr>
            <a:lvl5pPr marL="1353129" indent="0">
              <a:buNone/>
              <a:defRPr sz="1480"/>
            </a:lvl5pPr>
            <a:lvl6pPr marL="1691411" indent="0">
              <a:buNone/>
              <a:defRPr sz="1480"/>
            </a:lvl6pPr>
            <a:lvl7pPr marL="2029694" indent="0">
              <a:buNone/>
              <a:defRPr sz="1480"/>
            </a:lvl7pPr>
            <a:lvl8pPr marL="2367976" indent="0">
              <a:buNone/>
              <a:defRPr sz="1480"/>
            </a:lvl8pPr>
            <a:lvl9pPr marL="2706258" indent="0">
              <a:buNone/>
              <a:defRPr sz="14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6039" y="2057400"/>
            <a:ext cx="2182187" cy="3811588"/>
          </a:xfrm>
        </p:spPr>
        <p:txBody>
          <a:bodyPr/>
          <a:lstStyle>
            <a:lvl1pPr marL="0" indent="0">
              <a:buNone/>
              <a:defRPr sz="1184"/>
            </a:lvl1pPr>
            <a:lvl2pPr marL="338282" indent="0">
              <a:buNone/>
              <a:defRPr sz="1036"/>
            </a:lvl2pPr>
            <a:lvl3pPr marL="676565" indent="0">
              <a:buNone/>
              <a:defRPr sz="888"/>
            </a:lvl3pPr>
            <a:lvl4pPr marL="1014847" indent="0">
              <a:buNone/>
              <a:defRPr sz="740"/>
            </a:lvl4pPr>
            <a:lvl5pPr marL="1353129" indent="0">
              <a:buNone/>
              <a:defRPr sz="740"/>
            </a:lvl5pPr>
            <a:lvl6pPr marL="1691411" indent="0">
              <a:buNone/>
              <a:defRPr sz="740"/>
            </a:lvl6pPr>
            <a:lvl7pPr marL="2029694" indent="0">
              <a:buNone/>
              <a:defRPr sz="740"/>
            </a:lvl7pPr>
            <a:lvl8pPr marL="2367976" indent="0">
              <a:buNone/>
              <a:defRPr sz="740"/>
            </a:lvl8pPr>
            <a:lvl9pPr marL="2706258" indent="0">
              <a:buNone/>
              <a:defRPr sz="7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26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1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41865" y="365125"/>
            <a:ext cx="145890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5158" y="365125"/>
            <a:ext cx="4292134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4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5158" y="365127"/>
            <a:ext cx="58356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158" y="1825625"/>
            <a:ext cx="58356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5157" y="6356352"/>
            <a:ext cx="15223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9C1-D77B-45FA-872D-938CDD0E6146}" type="datetimeFigureOut">
              <a:rPr lang="en-US" smtClean="0"/>
              <a:t>19-Mar-26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41213" y="6356352"/>
            <a:ext cx="2283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78435" y="6356352"/>
            <a:ext cx="15223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13D0A4-A4F9-4AE3-96D6-4FFCBFF69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5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6565" rtl="0" eaLnBrk="1" latinLnBrk="0" hangingPunct="1">
        <a:lnSpc>
          <a:spcPct val="90000"/>
        </a:lnSpc>
        <a:spcBef>
          <a:spcPct val="0"/>
        </a:spcBef>
        <a:buNone/>
        <a:defRPr sz="32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9141" indent="-169141" algn="l" defTabSz="676565" rtl="0" eaLnBrk="1" latinLnBrk="0" hangingPunct="1">
        <a:lnSpc>
          <a:spcPct val="90000"/>
        </a:lnSpc>
        <a:spcBef>
          <a:spcPts val="740"/>
        </a:spcBef>
        <a:buFont typeface="Arial" panose="020B0604020202020204" pitchFamily="34" charset="0"/>
        <a:buChar char="•"/>
        <a:defRPr sz="2072" kern="1200">
          <a:solidFill>
            <a:schemeClr val="tx1"/>
          </a:solidFill>
          <a:latin typeface="+mn-lt"/>
          <a:ea typeface="+mn-ea"/>
          <a:cs typeface="+mn-cs"/>
        </a:defRPr>
      </a:lvl1pPr>
      <a:lvl2pPr marL="507423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776" kern="1200">
          <a:solidFill>
            <a:schemeClr val="tx1"/>
          </a:solidFill>
          <a:latin typeface="+mn-lt"/>
          <a:ea typeface="+mn-ea"/>
          <a:cs typeface="+mn-cs"/>
        </a:defRPr>
      </a:lvl2pPr>
      <a:lvl3pPr marL="845706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480" kern="1200">
          <a:solidFill>
            <a:schemeClr val="tx1"/>
          </a:solidFill>
          <a:latin typeface="+mn-lt"/>
          <a:ea typeface="+mn-ea"/>
          <a:cs typeface="+mn-cs"/>
        </a:defRPr>
      </a:lvl3pPr>
      <a:lvl4pPr marL="1183988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4pPr>
      <a:lvl5pPr marL="1522270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5pPr>
      <a:lvl6pPr marL="1860553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6pPr>
      <a:lvl7pPr marL="2198835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7pPr>
      <a:lvl8pPr marL="2537117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8pPr>
      <a:lvl9pPr marL="2875399" indent="-169141" algn="l" defTabSz="676565" rtl="0" eaLnBrk="1" latinLnBrk="0" hangingPunct="1">
        <a:lnSpc>
          <a:spcPct val="90000"/>
        </a:lnSpc>
        <a:spcBef>
          <a:spcPts val="370"/>
        </a:spcBef>
        <a:buFont typeface="Arial" panose="020B0604020202020204" pitchFamily="34" charset="0"/>
        <a:buChar char="•"/>
        <a:defRPr sz="13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1pPr>
      <a:lvl2pPr marL="338282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2pPr>
      <a:lvl3pPr marL="676565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3pPr>
      <a:lvl4pPr marL="1014847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4pPr>
      <a:lvl5pPr marL="1353129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5pPr>
      <a:lvl6pPr marL="1691411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6pPr>
      <a:lvl7pPr marL="2029694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7pPr>
      <a:lvl8pPr marL="2367976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8pPr>
      <a:lvl9pPr marL="2706258" algn="l" defTabSz="676565" rtl="0" eaLnBrk="1" latinLnBrk="0" hangingPunct="1">
        <a:defRPr sz="13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4A6FC6-65EA-0D15-CD0E-7EE6EBAD0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32" y="0"/>
            <a:ext cx="67777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558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 Mahimkar</dc:creator>
  <cp:lastModifiedBy>Tanish Mahimkar</cp:lastModifiedBy>
  <cp:revision>1</cp:revision>
  <dcterms:created xsi:type="dcterms:W3CDTF">2026-03-19T05:25:26Z</dcterms:created>
  <dcterms:modified xsi:type="dcterms:W3CDTF">2026-03-19T05:25:51Z</dcterms:modified>
</cp:coreProperties>
</file>